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55"/>
          <c:y val="0.05"/>
          <c:w val="0.93"/>
          <c:h val="0.8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Arabica, ICO other milds ($/kg)</c:v>
                </c:pt>
              </c:strCache>
            </c:strRef>
          </c:tx>
          <c:spPr>
            <a:ln w="25400" cap="rnd">
              <a:solidFill>
                <a:srgbClr val="2E75B6"/>
              </a:solidFill>
              <a:round/>
            </a:ln>
          </c:spPr>
          <c:marker>
            <c:symbol val="none"/>
          </c:marker>
          <c:cat>
            <c:strRef>
              <c:f>Sheet1!$A$2:$A$261</c:f>
              <c:strCache>
                <c:ptCount val="260"/>
                <c:pt idx="0">
                  <c:v>2005</c:v>
                </c:pt>
                <c:pt idx="1">
                  <c:v>Feb 2005</c:v>
                </c:pt>
                <c:pt idx="2">
                  <c:v>Mar 2005</c:v>
                </c:pt>
                <c:pt idx="3">
                  <c:v>Apr 2005</c:v>
                </c:pt>
                <c:pt idx="4">
                  <c:v>May 2005</c:v>
                </c:pt>
                <c:pt idx="5">
                  <c:v>Jun 2005</c:v>
                </c:pt>
                <c:pt idx="6">
                  <c:v>Jul 2005</c:v>
                </c:pt>
                <c:pt idx="7">
                  <c:v>Aug 2005</c:v>
                </c:pt>
                <c:pt idx="8">
                  <c:v>Sep 2005</c:v>
                </c:pt>
                <c:pt idx="9">
                  <c:v>Oct 2005</c:v>
                </c:pt>
                <c:pt idx="10">
                  <c:v>Nov 2005</c:v>
                </c:pt>
                <c:pt idx="11">
                  <c:v>Dec 2005</c:v>
                </c:pt>
                <c:pt idx="12">
                  <c:v>2006</c:v>
                </c:pt>
                <c:pt idx="13">
                  <c:v>Feb 2006</c:v>
                </c:pt>
                <c:pt idx="14">
                  <c:v>Mar 2006</c:v>
                </c:pt>
                <c:pt idx="15">
                  <c:v>Apr 2006</c:v>
                </c:pt>
                <c:pt idx="16">
                  <c:v>May 2006</c:v>
                </c:pt>
                <c:pt idx="17">
                  <c:v>Jun 2006</c:v>
                </c:pt>
                <c:pt idx="18">
                  <c:v>Jul 2006</c:v>
                </c:pt>
                <c:pt idx="19">
                  <c:v>Aug 2006</c:v>
                </c:pt>
                <c:pt idx="20">
                  <c:v>Sep 2006</c:v>
                </c:pt>
                <c:pt idx="21">
                  <c:v>Oct 2006</c:v>
                </c:pt>
                <c:pt idx="22">
                  <c:v>Nov 2006</c:v>
                </c:pt>
                <c:pt idx="23">
                  <c:v>Dec 2006</c:v>
                </c:pt>
                <c:pt idx="24">
                  <c:v>2007</c:v>
                </c:pt>
                <c:pt idx="25">
                  <c:v>Feb 2007</c:v>
                </c:pt>
                <c:pt idx="26">
                  <c:v>Mar 2007</c:v>
                </c:pt>
                <c:pt idx="27">
                  <c:v>Apr 2007</c:v>
                </c:pt>
                <c:pt idx="28">
                  <c:v>May 2007</c:v>
                </c:pt>
                <c:pt idx="29">
                  <c:v>Jun 2007</c:v>
                </c:pt>
                <c:pt idx="30">
                  <c:v>Jul 2007</c:v>
                </c:pt>
                <c:pt idx="31">
                  <c:v>Aug 2007</c:v>
                </c:pt>
                <c:pt idx="32">
                  <c:v>Sep 2007</c:v>
                </c:pt>
                <c:pt idx="33">
                  <c:v>Oct 2007</c:v>
                </c:pt>
                <c:pt idx="34">
                  <c:v>Nov 2007</c:v>
                </c:pt>
                <c:pt idx="35">
                  <c:v>Dec 2007</c:v>
                </c:pt>
                <c:pt idx="36">
                  <c:v>2008</c:v>
                </c:pt>
                <c:pt idx="37">
                  <c:v>Feb 2008</c:v>
                </c:pt>
                <c:pt idx="38">
                  <c:v>Mar 2008</c:v>
                </c:pt>
                <c:pt idx="39">
                  <c:v>Apr 2008</c:v>
                </c:pt>
                <c:pt idx="40">
                  <c:v>May 2008</c:v>
                </c:pt>
                <c:pt idx="41">
                  <c:v>Jun 2008</c:v>
                </c:pt>
                <c:pt idx="42">
                  <c:v>Jul 2008</c:v>
                </c:pt>
                <c:pt idx="43">
                  <c:v>Aug 2008</c:v>
                </c:pt>
                <c:pt idx="44">
                  <c:v>Sep 2008</c:v>
                </c:pt>
                <c:pt idx="45">
                  <c:v>Oct 2008</c:v>
                </c:pt>
                <c:pt idx="46">
                  <c:v>Nov 2008</c:v>
                </c:pt>
                <c:pt idx="47">
                  <c:v>Dec 2008</c:v>
                </c:pt>
                <c:pt idx="48">
                  <c:v>2009</c:v>
                </c:pt>
                <c:pt idx="49">
                  <c:v>Feb 2009</c:v>
                </c:pt>
                <c:pt idx="50">
                  <c:v>Mar 2009</c:v>
                </c:pt>
                <c:pt idx="51">
                  <c:v>Apr 2009</c:v>
                </c:pt>
                <c:pt idx="52">
                  <c:v>May 2009</c:v>
                </c:pt>
                <c:pt idx="53">
                  <c:v>Jun 2009</c:v>
                </c:pt>
                <c:pt idx="54">
                  <c:v>Jul 2009</c:v>
                </c:pt>
                <c:pt idx="55">
                  <c:v>Aug 2009</c:v>
                </c:pt>
                <c:pt idx="56">
                  <c:v>Sep 2009</c:v>
                </c:pt>
                <c:pt idx="57">
                  <c:v>Oct 2009</c:v>
                </c:pt>
                <c:pt idx="58">
                  <c:v>Nov 2009</c:v>
                </c:pt>
                <c:pt idx="59">
                  <c:v>Dec 2009</c:v>
                </c:pt>
                <c:pt idx="60">
                  <c:v>2010</c:v>
                </c:pt>
                <c:pt idx="61">
                  <c:v>Feb 2010</c:v>
                </c:pt>
                <c:pt idx="62">
                  <c:v>Mar 2010</c:v>
                </c:pt>
                <c:pt idx="63">
                  <c:v>Apr 2010</c:v>
                </c:pt>
                <c:pt idx="64">
                  <c:v>May 2010</c:v>
                </c:pt>
                <c:pt idx="65">
                  <c:v>Jun 2010</c:v>
                </c:pt>
                <c:pt idx="66">
                  <c:v>Jul 2010</c:v>
                </c:pt>
                <c:pt idx="67">
                  <c:v>Aug 2010</c:v>
                </c:pt>
                <c:pt idx="68">
                  <c:v>Sep 2010</c:v>
                </c:pt>
                <c:pt idx="69">
                  <c:v>Oct 2010</c:v>
                </c:pt>
                <c:pt idx="70">
                  <c:v>Nov 2010</c:v>
                </c:pt>
                <c:pt idx="71">
                  <c:v>Dec 2010</c:v>
                </c:pt>
                <c:pt idx="72">
                  <c:v>2011</c:v>
                </c:pt>
                <c:pt idx="73">
                  <c:v>Feb 2011</c:v>
                </c:pt>
                <c:pt idx="74">
                  <c:v>Mar 2011</c:v>
                </c:pt>
                <c:pt idx="75">
                  <c:v>Apr 2011</c:v>
                </c:pt>
                <c:pt idx="76">
                  <c:v>May 2011</c:v>
                </c:pt>
                <c:pt idx="77">
                  <c:v>Jun 2011</c:v>
                </c:pt>
                <c:pt idx="78">
                  <c:v>Jul 2011</c:v>
                </c:pt>
                <c:pt idx="79">
                  <c:v>Aug 2011</c:v>
                </c:pt>
                <c:pt idx="80">
                  <c:v>Sep 2011</c:v>
                </c:pt>
                <c:pt idx="81">
                  <c:v>Oct 2011</c:v>
                </c:pt>
                <c:pt idx="82">
                  <c:v>Nov 2011</c:v>
                </c:pt>
                <c:pt idx="83">
                  <c:v>Dec 2011</c:v>
                </c:pt>
                <c:pt idx="84">
                  <c:v>2012</c:v>
                </c:pt>
                <c:pt idx="85">
                  <c:v>Feb 2012</c:v>
                </c:pt>
                <c:pt idx="86">
                  <c:v>Mar 2012</c:v>
                </c:pt>
                <c:pt idx="87">
                  <c:v>Apr 2012</c:v>
                </c:pt>
                <c:pt idx="88">
                  <c:v>May 2012</c:v>
                </c:pt>
                <c:pt idx="89">
                  <c:v>Jun 2012</c:v>
                </c:pt>
                <c:pt idx="90">
                  <c:v>Jul 2012</c:v>
                </c:pt>
                <c:pt idx="91">
                  <c:v>Aug 2012</c:v>
                </c:pt>
                <c:pt idx="92">
                  <c:v>Sep 2012</c:v>
                </c:pt>
                <c:pt idx="93">
                  <c:v>Oct 2012</c:v>
                </c:pt>
                <c:pt idx="94">
                  <c:v>Nov 2012</c:v>
                </c:pt>
                <c:pt idx="95">
                  <c:v>Dec 2012</c:v>
                </c:pt>
                <c:pt idx="96">
                  <c:v>2013</c:v>
                </c:pt>
                <c:pt idx="97">
                  <c:v>Feb 2013</c:v>
                </c:pt>
                <c:pt idx="98">
                  <c:v>Mar 2013</c:v>
                </c:pt>
                <c:pt idx="99">
                  <c:v>Apr 2013</c:v>
                </c:pt>
                <c:pt idx="100">
                  <c:v>May 2013</c:v>
                </c:pt>
                <c:pt idx="101">
                  <c:v>Jun 2013</c:v>
                </c:pt>
                <c:pt idx="102">
                  <c:v>Jul 2013</c:v>
                </c:pt>
                <c:pt idx="103">
                  <c:v>Aug 2013</c:v>
                </c:pt>
                <c:pt idx="104">
                  <c:v>Sep 2013</c:v>
                </c:pt>
                <c:pt idx="105">
                  <c:v>Oct 2013</c:v>
                </c:pt>
                <c:pt idx="106">
                  <c:v>Nov 2013</c:v>
                </c:pt>
                <c:pt idx="107">
                  <c:v>Dec 2013</c:v>
                </c:pt>
                <c:pt idx="108">
                  <c:v>2014</c:v>
                </c:pt>
                <c:pt idx="109">
                  <c:v>Feb 2014</c:v>
                </c:pt>
                <c:pt idx="110">
                  <c:v>Mar 2014</c:v>
                </c:pt>
                <c:pt idx="111">
                  <c:v>Apr 2014</c:v>
                </c:pt>
                <c:pt idx="112">
                  <c:v>May 2014</c:v>
                </c:pt>
                <c:pt idx="113">
                  <c:v>Jun 2014</c:v>
                </c:pt>
                <c:pt idx="114">
                  <c:v>Jul 2014</c:v>
                </c:pt>
                <c:pt idx="115">
                  <c:v>Aug 2014</c:v>
                </c:pt>
                <c:pt idx="116">
                  <c:v>Sep 2014</c:v>
                </c:pt>
                <c:pt idx="117">
                  <c:v>Oct 2014</c:v>
                </c:pt>
                <c:pt idx="118">
                  <c:v>Nov 2014</c:v>
                </c:pt>
                <c:pt idx="119">
                  <c:v>Dec 2014</c:v>
                </c:pt>
                <c:pt idx="120">
                  <c:v>2015</c:v>
                </c:pt>
                <c:pt idx="121">
                  <c:v>Feb 2015</c:v>
                </c:pt>
                <c:pt idx="122">
                  <c:v>Mar 2015</c:v>
                </c:pt>
                <c:pt idx="123">
                  <c:v>Apr 2015</c:v>
                </c:pt>
                <c:pt idx="124">
                  <c:v>May 2015</c:v>
                </c:pt>
                <c:pt idx="125">
                  <c:v>Jun 2015</c:v>
                </c:pt>
                <c:pt idx="126">
                  <c:v>Jul 2015</c:v>
                </c:pt>
                <c:pt idx="127">
                  <c:v>Aug 2015</c:v>
                </c:pt>
                <c:pt idx="128">
                  <c:v>Sep 2015</c:v>
                </c:pt>
                <c:pt idx="129">
                  <c:v>Oct 2015</c:v>
                </c:pt>
                <c:pt idx="130">
                  <c:v>Nov 2015</c:v>
                </c:pt>
                <c:pt idx="131">
                  <c:v>Dec 2015</c:v>
                </c:pt>
                <c:pt idx="132">
                  <c:v>2016</c:v>
                </c:pt>
                <c:pt idx="133">
                  <c:v>Feb 2016</c:v>
                </c:pt>
                <c:pt idx="134">
                  <c:v>Mar 2016</c:v>
                </c:pt>
                <c:pt idx="135">
                  <c:v>Apr 2016</c:v>
                </c:pt>
                <c:pt idx="136">
                  <c:v>May 2016</c:v>
                </c:pt>
                <c:pt idx="137">
                  <c:v>Jun 2016</c:v>
                </c:pt>
                <c:pt idx="138">
                  <c:v>Jul 2016</c:v>
                </c:pt>
                <c:pt idx="139">
                  <c:v>Aug 2016</c:v>
                </c:pt>
                <c:pt idx="140">
                  <c:v>Sep 2016</c:v>
                </c:pt>
                <c:pt idx="141">
                  <c:v>Oct 2016</c:v>
                </c:pt>
                <c:pt idx="142">
                  <c:v>Nov 2016</c:v>
                </c:pt>
                <c:pt idx="143">
                  <c:v>Dec 2016</c:v>
                </c:pt>
                <c:pt idx="144">
                  <c:v>2017</c:v>
                </c:pt>
                <c:pt idx="145">
                  <c:v>Feb 2017</c:v>
                </c:pt>
                <c:pt idx="146">
                  <c:v>Mar 2017</c:v>
                </c:pt>
                <c:pt idx="147">
                  <c:v>Apr 2017</c:v>
                </c:pt>
                <c:pt idx="148">
                  <c:v>May 2017</c:v>
                </c:pt>
                <c:pt idx="149">
                  <c:v>Jun 2017</c:v>
                </c:pt>
                <c:pt idx="150">
                  <c:v>Jul 2017</c:v>
                </c:pt>
                <c:pt idx="151">
                  <c:v>Aug 2017</c:v>
                </c:pt>
                <c:pt idx="152">
                  <c:v>Sep 2017</c:v>
                </c:pt>
                <c:pt idx="153">
                  <c:v>Oct 2017</c:v>
                </c:pt>
                <c:pt idx="154">
                  <c:v>Nov 2017</c:v>
                </c:pt>
                <c:pt idx="155">
                  <c:v>Dec 2017</c:v>
                </c:pt>
                <c:pt idx="156">
                  <c:v>2018</c:v>
                </c:pt>
                <c:pt idx="157">
                  <c:v>Feb 2018</c:v>
                </c:pt>
                <c:pt idx="158">
                  <c:v>Mar 2018</c:v>
                </c:pt>
                <c:pt idx="159">
                  <c:v>Apr 2018</c:v>
                </c:pt>
                <c:pt idx="160">
                  <c:v>May 2018</c:v>
                </c:pt>
                <c:pt idx="161">
                  <c:v>Jun 2018</c:v>
                </c:pt>
                <c:pt idx="162">
                  <c:v>Jul 2018</c:v>
                </c:pt>
                <c:pt idx="163">
                  <c:v>Aug 2018</c:v>
                </c:pt>
                <c:pt idx="164">
                  <c:v>Sep 2018</c:v>
                </c:pt>
                <c:pt idx="165">
                  <c:v>Oct 2018</c:v>
                </c:pt>
                <c:pt idx="166">
                  <c:v>Nov 2018</c:v>
                </c:pt>
                <c:pt idx="167">
                  <c:v>Dec 2018</c:v>
                </c:pt>
                <c:pt idx="168">
                  <c:v>2019</c:v>
                </c:pt>
                <c:pt idx="169">
                  <c:v>Feb 2019</c:v>
                </c:pt>
                <c:pt idx="170">
                  <c:v>Mar 2019</c:v>
                </c:pt>
                <c:pt idx="171">
                  <c:v>Apr 2019</c:v>
                </c:pt>
                <c:pt idx="172">
                  <c:v>May 2019</c:v>
                </c:pt>
                <c:pt idx="173">
                  <c:v>Jun 2019</c:v>
                </c:pt>
                <c:pt idx="174">
                  <c:v>Jul 2019</c:v>
                </c:pt>
                <c:pt idx="175">
                  <c:v>Aug 2019</c:v>
                </c:pt>
                <c:pt idx="176">
                  <c:v>Sep 2019</c:v>
                </c:pt>
                <c:pt idx="177">
                  <c:v>Oct 2019</c:v>
                </c:pt>
                <c:pt idx="178">
                  <c:v>Nov 2019</c:v>
                </c:pt>
                <c:pt idx="179">
                  <c:v>Dec 2019</c:v>
                </c:pt>
                <c:pt idx="180">
                  <c:v>2020</c:v>
                </c:pt>
                <c:pt idx="181">
                  <c:v>Feb 2020</c:v>
                </c:pt>
                <c:pt idx="182">
                  <c:v>Mar 2020</c:v>
                </c:pt>
                <c:pt idx="183">
                  <c:v>Apr 2020</c:v>
                </c:pt>
                <c:pt idx="184">
                  <c:v>May 2020</c:v>
                </c:pt>
                <c:pt idx="185">
                  <c:v>Jun 2020</c:v>
                </c:pt>
                <c:pt idx="186">
                  <c:v>Jul 2020</c:v>
                </c:pt>
                <c:pt idx="187">
                  <c:v>Aug 2020</c:v>
                </c:pt>
                <c:pt idx="188">
                  <c:v>Sep 2020</c:v>
                </c:pt>
                <c:pt idx="189">
                  <c:v>Oct 2020</c:v>
                </c:pt>
                <c:pt idx="190">
                  <c:v>Nov 2020</c:v>
                </c:pt>
                <c:pt idx="191">
                  <c:v>Dec 2020</c:v>
                </c:pt>
                <c:pt idx="192">
                  <c:v>2021</c:v>
                </c:pt>
                <c:pt idx="193">
                  <c:v>Feb 2021</c:v>
                </c:pt>
                <c:pt idx="194">
                  <c:v>Mar 2021</c:v>
                </c:pt>
                <c:pt idx="195">
                  <c:v>Apr 2021</c:v>
                </c:pt>
                <c:pt idx="196">
                  <c:v>May 2021</c:v>
                </c:pt>
                <c:pt idx="197">
                  <c:v>Jun 2021</c:v>
                </c:pt>
                <c:pt idx="198">
                  <c:v>Jul 2021</c:v>
                </c:pt>
                <c:pt idx="199">
                  <c:v>Aug 2021</c:v>
                </c:pt>
                <c:pt idx="200">
                  <c:v>Sep 2021</c:v>
                </c:pt>
                <c:pt idx="201">
                  <c:v>Oct 2021</c:v>
                </c:pt>
                <c:pt idx="202">
                  <c:v>Nov 2021</c:v>
                </c:pt>
                <c:pt idx="203">
                  <c:v>Dec 2021</c:v>
                </c:pt>
                <c:pt idx="204">
                  <c:v>2022</c:v>
                </c:pt>
                <c:pt idx="205">
                  <c:v>Feb 2022</c:v>
                </c:pt>
                <c:pt idx="206">
                  <c:v>Mar 2022</c:v>
                </c:pt>
                <c:pt idx="207">
                  <c:v>Apr 2022</c:v>
                </c:pt>
                <c:pt idx="208">
                  <c:v>May 2022</c:v>
                </c:pt>
                <c:pt idx="209">
                  <c:v>Jun 2022</c:v>
                </c:pt>
                <c:pt idx="210">
                  <c:v>Jul 2022</c:v>
                </c:pt>
                <c:pt idx="211">
                  <c:v>Aug 2022</c:v>
                </c:pt>
                <c:pt idx="212">
                  <c:v>Sep 2022</c:v>
                </c:pt>
                <c:pt idx="213">
                  <c:v>Oct 2022</c:v>
                </c:pt>
                <c:pt idx="214">
                  <c:v>Nov 2022</c:v>
                </c:pt>
                <c:pt idx="215">
                  <c:v>Dec 2022</c:v>
                </c:pt>
                <c:pt idx="216">
                  <c:v>2023</c:v>
                </c:pt>
                <c:pt idx="217">
                  <c:v>Feb 2023</c:v>
                </c:pt>
                <c:pt idx="218">
                  <c:v>Mar 2023</c:v>
                </c:pt>
                <c:pt idx="219">
                  <c:v>Apr 2023</c:v>
                </c:pt>
                <c:pt idx="220">
                  <c:v>May 2023</c:v>
                </c:pt>
                <c:pt idx="221">
                  <c:v>Jun 2023</c:v>
                </c:pt>
                <c:pt idx="222">
                  <c:v>Jul 2023</c:v>
                </c:pt>
                <c:pt idx="223">
                  <c:v>Aug 2023</c:v>
                </c:pt>
                <c:pt idx="224">
                  <c:v>Sep 2023</c:v>
                </c:pt>
                <c:pt idx="225">
                  <c:v>Oct 2023</c:v>
                </c:pt>
                <c:pt idx="226">
                  <c:v>Nov 2023</c:v>
                </c:pt>
                <c:pt idx="227">
                  <c:v>Dec 2023</c:v>
                </c:pt>
                <c:pt idx="228">
                  <c:v>2024</c:v>
                </c:pt>
                <c:pt idx="229">
                  <c:v>Feb 2024</c:v>
                </c:pt>
                <c:pt idx="230">
                  <c:v>Mar 2024</c:v>
                </c:pt>
                <c:pt idx="231">
                  <c:v>Apr 2024</c:v>
                </c:pt>
                <c:pt idx="232">
                  <c:v>May 2024</c:v>
                </c:pt>
                <c:pt idx="233">
                  <c:v>Jun 2024</c:v>
                </c:pt>
                <c:pt idx="234">
                  <c:v>Jul 2024</c:v>
                </c:pt>
                <c:pt idx="235">
                  <c:v>Aug 2024</c:v>
                </c:pt>
                <c:pt idx="236">
                  <c:v>Sep 2024</c:v>
                </c:pt>
                <c:pt idx="237">
                  <c:v>Oct 2024</c:v>
                </c:pt>
                <c:pt idx="238">
                  <c:v>Nov 2024</c:v>
                </c:pt>
                <c:pt idx="239">
                  <c:v>Dec 2024</c:v>
                </c:pt>
                <c:pt idx="240">
                  <c:v>2025</c:v>
                </c:pt>
                <c:pt idx="241">
                  <c:v>Feb 2025</c:v>
                </c:pt>
                <c:pt idx="242">
                  <c:v>Mar 2025</c:v>
                </c:pt>
                <c:pt idx="243">
                  <c:v>Apr 2025</c:v>
                </c:pt>
                <c:pt idx="244">
                  <c:v>May 2025</c:v>
                </c:pt>
                <c:pt idx="245">
                  <c:v>Jun 2025</c:v>
                </c:pt>
                <c:pt idx="246">
                  <c:v>Jul 2025</c:v>
                </c:pt>
                <c:pt idx="247">
                  <c:v>Aug 2025</c:v>
                </c:pt>
                <c:pt idx="248">
                  <c:v>Sep 2025</c:v>
                </c:pt>
                <c:pt idx="249">
                  <c:v>Oct 2025</c:v>
                </c:pt>
                <c:pt idx="250">
                  <c:v>Nov 2025</c:v>
                </c:pt>
                <c:pt idx="251">
                  <c:v>Dec 2025</c:v>
                </c:pt>
                <c:pt idx="252">
                  <c:v>2026</c:v>
                </c:pt>
                <c:pt idx="253">
                  <c:v>Feb 2026</c:v>
                </c:pt>
                <c:pt idx="254">
                  <c:v>Mar 2026</c:v>
                </c:pt>
                <c:pt idx="255">
                  <c:v>Apr 2026</c:v>
                </c:pt>
                <c:pt idx="256">
                  <c:v>May 2026</c:v>
                </c:pt>
                <c:pt idx="257">
                  <c:v>Jun 2026</c:v>
                </c:pt>
                <c:pt idx="258">
                  <c:v>Jul 2026</c:v>
                </c:pt>
                <c:pt idx="259">
                  <c:v>Aug 2026</c:v>
                </c:pt>
              </c:strCache>
            </c:strRef>
          </c:cat>
          <c:val>
            <c:numRef>
              <c:f>Sheet1!$B$2:$B$261</c:f>
              <c:numCache>
                <c:formatCode>General</c:formatCode>
                <c:ptCount val="260"/>
                <c:pt idx="0">
                  <c:v>2.36</c:v>
                </c:pt>
                <c:pt idx="1">
                  <c:v>2.66</c:v>
                </c:pt>
                <c:pt idx="2">
                  <c:v>2.98</c:v>
                </c:pt>
                <c:pt idx="3">
                  <c:v>2.86</c:v>
                </c:pt>
                <c:pt idx="4">
                  <c:v>2.83</c:v>
                </c:pt>
                <c:pt idx="5">
                  <c:v>2.67</c:v>
                </c:pt>
                <c:pt idx="6">
                  <c:v>2.42</c:v>
                </c:pt>
                <c:pt idx="7">
                  <c:v>2.39</c:v>
                </c:pt>
                <c:pt idx="8">
                  <c:v>2.19</c:v>
                </c:pt>
                <c:pt idx="9">
                  <c:v>2.32</c:v>
                </c:pt>
                <c:pt idx="10">
                  <c:v>2.38</c:v>
                </c:pt>
                <c:pt idx="11">
                  <c:v>2.33</c:v>
                </c:pt>
                <c:pt idx="12">
                  <c:v>2.74</c:v>
                </c:pt>
                <c:pt idx="13">
                  <c:v>2.63</c:v>
                </c:pt>
                <c:pt idx="14">
                  <c:v>2.51</c:v>
                </c:pt>
                <c:pt idx="15">
                  <c:v>2.54</c:v>
                </c:pt>
                <c:pt idx="16">
                  <c:v>2.41</c:v>
                </c:pt>
                <c:pt idx="17">
                  <c:v>2.27</c:v>
                </c:pt>
                <c:pt idx="18">
                  <c:v>2.31</c:v>
                </c:pt>
                <c:pt idx="19">
                  <c:v>2.46</c:v>
                </c:pt>
                <c:pt idx="20">
                  <c:v>2.42</c:v>
                </c:pt>
                <c:pt idx="21">
                  <c:v>2.44</c:v>
                </c:pt>
                <c:pt idx="22">
                  <c:v>2.7</c:v>
                </c:pt>
                <c:pt idx="23">
                  <c:v>2.83</c:v>
                </c:pt>
                <c:pt idx="24">
                  <c:v>2.75</c:v>
                </c:pt>
                <c:pt idx="25">
                  <c:v>2.69</c:v>
                </c:pt>
                <c:pt idx="26">
                  <c:v>2.58</c:v>
                </c:pt>
                <c:pt idx="27">
                  <c:v>2.53</c:v>
                </c:pt>
                <c:pt idx="28">
                  <c:v>2.5</c:v>
                </c:pt>
                <c:pt idx="29">
                  <c:v>2.63</c:v>
                </c:pt>
                <c:pt idx="30">
                  <c:v>2.59</c:v>
                </c:pt>
                <c:pt idx="31">
                  <c:v>2.72</c:v>
                </c:pt>
                <c:pt idx="32">
                  <c:v>2.82</c:v>
                </c:pt>
                <c:pt idx="33">
                  <c:v>2.96</c:v>
                </c:pt>
                <c:pt idx="34">
                  <c:v>2.89</c:v>
                </c:pt>
                <c:pt idx="35">
                  <c:v>3.03</c:v>
                </c:pt>
                <c:pt idx="36">
                  <c:v>3.08</c:v>
                </c:pt>
                <c:pt idx="37">
                  <c:v>3.47</c:v>
                </c:pt>
                <c:pt idx="38">
                  <c:v>3.3</c:v>
                </c:pt>
                <c:pt idx="39">
                  <c:v>3.1</c:v>
                </c:pt>
                <c:pt idx="40">
                  <c:v>3.13</c:v>
                </c:pt>
                <c:pt idx="41">
                  <c:v>3.22</c:v>
                </c:pt>
                <c:pt idx="42">
                  <c:v>3.25</c:v>
                </c:pt>
                <c:pt idx="43">
                  <c:v>3.23</c:v>
                </c:pt>
                <c:pt idx="44">
                  <c:v>3.16</c:v>
                </c:pt>
                <c:pt idx="45">
                  <c:v>2.72</c:v>
                </c:pt>
                <c:pt idx="46">
                  <c:v>2.69</c:v>
                </c:pt>
                <c:pt idx="47">
                  <c:v>2.62</c:v>
                </c:pt>
                <c:pt idx="48">
                  <c:v>2.83</c:v>
                </c:pt>
                <c:pt idx="49">
                  <c:v>2.85</c:v>
                </c:pt>
                <c:pt idx="50">
                  <c:v>2.83</c:v>
                </c:pt>
                <c:pt idx="51">
                  <c:v>2.97</c:v>
                </c:pt>
                <c:pt idx="52">
                  <c:v>3.33</c:v>
                </c:pt>
                <c:pt idx="53">
                  <c:v>3.3</c:v>
                </c:pt>
                <c:pt idx="54">
                  <c:v>3.11</c:v>
                </c:pt>
                <c:pt idx="55">
                  <c:v>3.3</c:v>
                </c:pt>
                <c:pt idx="56">
                  <c:v>3.27</c:v>
                </c:pt>
                <c:pt idx="57">
                  <c:v>3.41</c:v>
                </c:pt>
                <c:pt idx="58">
                  <c:v>3.36</c:v>
                </c:pt>
                <c:pt idx="59">
                  <c:v>3.49</c:v>
                </c:pt>
                <c:pt idx="60">
                  <c:v>3.5</c:v>
                </c:pt>
                <c:pt idx="61">
                  <c:v>3.48</c:v>
                </c:pt>
                <c:pt idx="62">
                  <c:v>3.63</c:v>
                </c:pt>
                <c:pt idx="63">
                  <c:v>3.73</c:v>
                </c:pt>
                <c:pt idx="64">
                  <c:v>3.82</c:v>
                </c:pt>
                <c:pt idx="65">
                  <c:v>4.21</c:v>
                </c:pt>
                <c:pt idx="66">
                  <c:v>4.48</c:v>
                </c:pt>
                <c:pt idx="67">
                  <c:v>4.66</c:v>
                </c:pt>
                <c:pt idx="68">
                  <c:v>4.91</c:v>
                </c:pt>
                <c:pt idx="69">
                  <c:v>4.8</c:v>
                </c:pt>
                <c:pt idx="70">
                  <c:v>5.15</c:v>
                </c:pt>
                <c:pt idx="71">
                  <c:v>5.47</c:v>
                </c:pt>
                <c:pt idx="72">
                  <c:v>5.82</c:v>
                </c:pt>
                <c:pt idx="73">
                  <c:v>6.35</c:v>
                </c:pt>
                <c:pt idx="74">
                  <c:v>6.44</c:v>
                </c:pt>
                <c:pt idx="75">
                  <c:v>6.62</c:v>
                </c:pt>
                <c:pt idx="76">
                  <c:v>6.42</c:v>
                </c:pt>
                <c:pt idx="77">
                  <c:v>6.06</c:v>
                </c:pt>
                <c:pt idx="78">
                  <c:v>5.91</c:v>
                </c:pt>
                <c:pt idx="79">
                  <c:v>5.96</c:v>
                </c:pt>
                <c:pt idx="80">
                  <c:v>6.06</c:v>
                </c:pt>
                <c:pt idx="81">
                  <c:v>5.46</c:v>
                </c:pt>
                <c:pt idx="82">
                  <c:v>5.4</c:v>
                </c:pt>
                <c:pt idx="83">
                  <c:v>5.22</c:v>
                </c:pt>
                <c:pt idx="84">
                  <c:v>5.23</c:v>
                </c:pt>
                <c:pt idx="85">
                  <c:v>4.94</c:v>
                </c:pt>
                <c:pt idx="86">
                  <c:v>4.44</c:v>
                </c:pt>
                <c:pt idx="87">
                  <c:v>4.22</c:v>
                </c:pt>
                <c:pt idx="88">
                  <c:v>4.07</c:v>
                </c:pt>
                <c:pt idx="89">
                  <c:v>3.72</c:v>
                </c:pt>
                <c:pt idx="90">
                  <c:v>4.2</c:v>
                </c:pt>
                <c:pt idx="91">
                  <c:v>3.85</c:v>
                </c:pt>
                <c:pt idx="92">
                  <c:v>3.95</c:v>
                </c:pt>
                <c:pt idx="93">
                  <c:v>3.82</c:v>
                </c:pt>
                <c:pt idx="94">
                  <c:v>3.53</c:v>
                </c:pt>
                <c:pt idx="95">
                  <c:v>3.37</c:v>
                </c:pt>
                <c:pt idx="96">
                  <c:v>3.47</c:v>
                </c:pt>
                <c:pt idx="97">
                  <c:v>3.3</c:v>
                </c:pt>
                <c:pt idx="98">
                  <c:v>3.3</c:v>
                </c:pt>
                <c:pt idx="99">
                  <c:v>3.3</c:v>
                </c:pt>
                <c:pt idx="100">
                  <c:v>3.24</c:v>
                </c:pt>
                <c:pt idx="101">
                  <c:v>3.05</c:v>
                </c:pt>
                <c:pt idx="102">
                  <c:v>3.05</c:v>
                </c:pt>
                <c:pt idx="103">
                  <c:v>2.98</c:v>
                </c:pt>
                <c:pt idx="104">
                  <c:v>2.92</c:v>
                </c:pt>
                <c:pt idx="105">
                  <c:v>2.84</c:v>
                </c:pt>
                <c:pt idx="106">
                  <c:v>2.69</c:v>
                </c:pt>
                <c:pt idx="107">
                  <c:v>2.78</c:v>
                </c:pt>
                <c:pt idx="108">
                  <c:v>2.93</c:v>
                </c:pt>
                <c:pt idx="109">
                  <c:v>3.83</c:v>
                </c:pt>
                <c:pt idx="110">
                  <c:v>4.72</c:v>
                </c:pt>
                <c:pt idx="111">
                  <c:v>4.93</c:v>
                </c:pt>
                <c:pt idx="112">
                  <c:v>4.72</c:v>
                </c:pt>
                <c:pt idx="113">
                  <c:v>4.36</c:v>
                </c:pt>
                <c:pt idx="114">
                  <c:v>4.34</c:v>
                </c:pt>
                <c:pt idx="115">
                  <c:v>4.7</c:v>
                </c:pt>
                <c:pt idx="116">
                  <c:v>4.64</c:v>
                </c:pt>
                <c:pt idx="117">
                  <c:v>4.97</c:v>
                </c:pt>
                <c:pt idx="118">
                  <c:v>4.62</c:v>
                </c:pt>
                <c:pt idx="119">
                  <c:v>4.34</c:v>
                </c:pt>
                <c:pt idx="120">
                  <c:v>4.19</c:v>
                </c:pt>
                <c:pt idx="121">
                  <c:v>3.94</c:v>
                </c:pt>
                <c:pt idx="122">
                  <c:v>3.54</c:v>
                </c:pt>
                <c:pt idx="123">
                  <c:v>3.62</c:v>
                </c:pt>
                <c:pt idx="124">
                  <c:v>3.49</c:v>
                </c:pt>
                <c:pt idx="125">
                  <c:v>3.52</c:v>
                </c:pt>
                <c:pt idx="126">
                  <c:v>3.41</c:v>
                </c:pt>
                <c:pt idx="127">
                  <c:v>3.46</c:v>
                </c:pt>
                <c:pt idx="128">
                  <c:v>3.22</c:v>
                </c:pt>
                <c:pt idx="129">
                  <c:v>3.38</c:v>
                </c:pt>
                <c:pt idx="130">
                  <c:v>3.26</c:v>
                </c:pt>
                <c:pt idx="131">
                  <c:v>3.28</c:v>
                </c:pt>
                <c:pt idx="132">
                  <c:v>3.2</c:v>
                </c:pt>
                <c:pt idx="133">
                  <c:v>3.26</c:v>
                </c:pt>
                <c:pt idx="134">
                  <c:v>3.47</c:v>
                </c:pt>
                <c:pt idx="135">
                  <c:v>3.4</c:v>
                </c:pt>
                <c:pt idx="136">
                  <c:v>3.42</c:v>
                </c:pt>
                <c:pt idx="137">
                  <c:v>3.65</c:v>
                </c:pt>
                <c:pt idx="138">
                  <c:v>3.79</c:v>
                </c:pt>
                <c:pt idx="139">
                  <c:v>3.69</c:v>
                </c:pt>
                <c:pt idx="140">
                  <c:v>3.89</c:v>
                </c:pt>
                <c:pt idx="141">
                  <c:v>3.95</c:v>
                </c:pt>
                <c:pt idx="142">
                  <c:v>4.06</c:v>
                </c:pt>
                <c:pt idx="143">
                  <c:v>3.57</c:v>
                </c:pt>
                <c:pt idx="144">
                  <c:v>3.72</c:v>
                </c:pt>
                <c:pt idx="145">
                  <c:v>3.67</c:v>
                </c:pt>
                <c:pt idx="146">
                  <c:v>3.53</c:v>
                </c:pt>
                <c:pt idx="147">
                  <c:v>3.43</c:v>
                </c:pt>
                <c:pt idx="148">
                  <c:v>3.31</c:v>
                </c:pt>
                <c:pt idx="149">
                  <c:v>3.16</c:v>
                </c:pt>
                <c:pt idx="150">
                  <c:v>3.3</c:v>
                </c:pt>
                <c:pt idx="151">
                  <c:v>3.3</c:v>
                </c:pt>
                <c:pt idx="152">
                  <c:v>3.23</c:v>
                </c:pt>
                <c:pt idx="153">
                  <c:v>3.1</c:v>
                </c:pt>
                <c:pt idx="154">
                  <c:v>3.11</c:v>
                </c:pt>
                <c:pt idx="155">
                  <c:v>3.03</c:v>
                </c:pt>
                <c:pt idx="156">
                  <c:v>3.06</c:v>
                </c:pt>
                <c:pt idx="157">
                  <c:v>3.0</c:v>
                </c:pt>
                <c:pt idx="158">
                  <c:v>2.98</c:v>
                </c:pt>
                <c:pt idx="159">
                  <c:v>2.96</c:v>
                </c:pt>
                <c:pt idx="160">
                  <c:v>2.99</c:v>
                </c:pt>
                <c:pt idx="161">
                  <c:v>2.95</c:v>
                </c:pt>
                <c:pt idx="162">
                  <c:v>2.88</c:v>
                </c:pt>
                <c:pt idx="163">
                  <c:v>2.76</c:v>
                </c:pt>
                <c:pt idx="164">
                  <c:v>2.67</c:v>
                </c:pt>
                <c:pt idx="165">
                  <c:v>3.03</c:v>
                </c:pt>
                <c:pt idx="166">
                  <c:v>3.02</c:v>
                </c:pt>
                <c:pt idx="167">
                  <c:v>2.8</c:v>
                </c:pt>
                <c:pt idx="168">
                  <c:v>2.83</c:v>
                </c:pt>
                <c:pt idx="169">
                  <c:v>2.83</c:v>
                </c:pt>
                <c:pt idx="170">
                  <c:v>2.73</c:v>
                </c:pt>
                <c:pt idx="171">
                  <c:v>2.67</c:v>
                </c:pt>
                <c:pt idx="172">
                  <c:v>2.66</c:v>
                </c:pt>
                <c:pt idx="173">
                  <c:v>2.86</c:v>
                </c:pt>
                <c:pt idx="174">
                  <c:v>2.99</c:v>
                </c:pt>
                <c:pt idx="175">
                  <c:v>2.78</c:v>
                </c:pt>
                <c:pt idx="176">
                  <c:v>2.84</c:v>
                </c:pt>
                <c:pt idx="177">
                  <c:v>2.8</c:v>
                </c:pt>
                <c:pt idx="178">
                  <c:v>3.11</c:v>
                </c:pt>
                <c:pt idx="179">
                  <c:v>3.46</c:v>
                </c:pt>
                <c:pt idx="180">
                  <c:v>3.13</c:v>
                </c:pt>
                <c:pt idx="181">
                  <c:v>2.99</c:v>
                </c:pt>
                <c:pt idx="182">
                  <c:v>3.27</c:v>
                </c:pt>
                <c:pt idx="183">
                  <c:v>3.41</c:v>
                </c:pt>
                <c:pt idx="184">
                  <c:v>3.3</c:v>
                </c:pt>
                <c:pt idx="185">
                  <c:v>3.12</c:v>
                </c:pt>
                <c:pt idx="186">
                  <c:v>3.24</c:v>
                </c:pt>
                <c:pt idx="187">
                  <c:v>3.6</c:v>
                </c:pt>
                <c:pt idx="188">
                  <c:v>3.67</c:v>
                </c:pt>
                <c:pt idx="189">
                  <c:v>3.35</c:v>
                </c:pt>
                <c:pt idx="190">
                  <c:v>3.32</c:v>
                </c:pt>
                <c:pt idx="191">
                  <c:v>3.48</c:v>
                </c:pt>
                <c:pt idx="192">
                  <c:v>3.54</c:v>
                </c:pt>
                <c:pt idx="193">
                  <c:v>3.67</c:v>
                </c:pt>
                <c:pt idx="194">
                  <c:v>3.68</c:v>
                </c:pt>
                <c:pt idx="195">
                  <c:v>3.72</c:v>
                </c:pt>
                <c:pt idx="196">
                  <c:v>4.11</c:v>
                </c:pt>
                <c:pt idx="197">
                  <c:v>4.24</c:v>
                </c:pt>
                <c:pt idx="198">
                  <c:v>4.5</c:v>
                </c:pt>
                <c:pt idx="199">
                  <c:v>4.77</c:v>
                </c:pt>
                <c:pt idx="200">
                  <c:v>4.97</c:v>
                </c:pt>
                <c:pt idx="201">
                  <c:v>5.31</c:v>
                </c:pt>
                <c:pt idx="202">
                  <c:v>5.71</c:v>
                </c:pt>
                <c:pt idx="203">
                  <c:v>5.91</c:v>
                </c:pt>
                <c:pt idx="204">
                  <c:v>5.98</c:v>
                </c:pt>
                <c:pt idx="205">
                  <c:v>6.17</c:v>
                </c:pt>
                <c:pt idx="206">
                  <c:v>5.7</c:v>
                </c:pt>
                <c:pt idx="207">
                  <c:v>5.85</c:v>
                </c:pt>
                <c:pt idx="208">
                  <c:v>5.74</c:v>
                </c:pt>
                <c:pt idx="209">
                  <c:v>6.03</c:v>
                </c:pt>
                <c:pt idx="210">
                  <c:v>5.64</c:v>
                </c:pt>
                <c:pt idx="211">
                  <c:v>5.92</c:v>
                </c:pt>
                <c:pt idx="212">
                  <c:v>5.9</c:v>
                </c:pt>
                <c:pt idx="213">
                  <c:v>5.29</c:v>
                </c:pt>
                <c:pt idx="214">
                  <c:v>4.72</c:v>
                </c:pt>
                <c:pt idx="215">
                  <c:v>4.63</c:v>
                </c:pt>
                <c:pt idx="216">
                  <c:v>4.56</c:v>
                </c:pt>
                <c:pt idx="217">
                  <c:v>5.06</c:v>
                </c:pt>
                <c:pt idx="218">
                  <c:v>4.9</c:v>
                </c:pt>
                <c:pt idx="219">
                  <c:v>5.06</c:v>
                </c:pt>
                <c:pt idx="220">
                  <c:v>4.85</c:v>
                </c:pt>
                <c:pt idx="221">
                  <c:v>4.57</c:v>
                </c:pt>
                <c:pt idx="222">
                  <c:v>4.27</c:v>
                </c:pt>
                <c:pt idx="223">
                  <c:v>4.12</c:v>
                </c:pt>
                <c:pt idx="224">
                  <c:v>4.05</c:v>
                </c:pt>
                <c:pt idx="225">
                  <c:v>4.05</c:v>
                </c:pt>
                <c:pt idx="226">
                  <c:v>4.35</c:v>
                </c:pt>
                <c:pt idx="227">
                  <c:v>4.65</c:v>
                </c:pt>
                <c:pt idx="228">
                  <c:v>4.47</c:v>
                </c:pt>
                <c:pt idx="229">
                  <c:v>4.6</c:v>
                </c:pt>
                <c:pt idx="230">
                  <c:v>4.61</c:v>
                </c:pt>
                <c:pt idx="231">
                  <c:v>5.27</c:v>
                </c:pt>
                <c:pt idx="232">
                  <c:v>5.08</c:v>
                </c:pt>
                <c:pt idx="233">
                  <c:v>5.48</c:v>
                </c:pt>
                <c:pt idx="234">
                  <c:v>5.67</c:v>
                </c:pt>
                <c:pt idx="235">
                  <c:v>5.76</c:v>
                </c:pt>
                <c:pt idx="236">
                  <c:v>6.12</c:v>
                </c:pt>
                <c:pt idx="237">
                  <c:v>6.1</c:v>
                </c:pt>
                <c:pt idx="238">
                  <c:v>6.72</c:v>
                </c:pt>
                <c:pt idx="239">
                  <c:v>7.57</c:v>
                </c:pt>
                <c:pt idx="240">
                  <c:v>7.81</c:v>
                </c:pt>
                <c:pt idx="241">
                  <c:v>9.05</c:v>
                </c:pt>
                <c:pt idx="242">
                  <c:v>8.92</c:v>
                </c:pt>
                <c:pt idx="243">
                  <c:v>8.64</c:v>
                </c:pt>
                <c:pt idx="244">
                  <c:v>8.77</c:v>
                </c:pt>
                <c:pt idx="245">
                  <c:v>8.01</c:v>
                </c:pt>
                <c:pt idx="246">
                  <c:v>7.18</c:v>
                </c:pt>
                <c:pt idx="247">
                  <c:v>8.08</c:v>
                </c:pt>
                <c:pt idx="248">
                  <c:v>8.83</c:v>
                </c:pt>
                <c:pt idx="249">
                  <c:v>8.9</c:v>
                </c:pt>
                <c:pt idx="250">
                  <c:v>9.05</c:v>
                </c:pt>
                <c:pt idx="251">
                  <c:v>8.4</c:v>
                </c:pt>
                <c:pt idx="252">
                  <c:v>8.02</c:v>
                </c:pt>
                <c:pt idx="253">
                  <c:v>7.08</c:v>
                </c:pt>
                <c:pt idx="254">
                  <c:v>7.37</c:v>
                </c:pt>
                <c:pt idx="255">
                  <c:v>7.3</c:v>
                </c:pt>
                <c:pt idx="256">
                  <c:v>6.95</c:v>
                </c:pt>
                <c:pt idx="257">
                  <c:v>6.79</c:v>
                </c:pt>
                <c:pt idx="258">
                  <c:v>7.91</c:v>
                </c:pt>
                <c:pt idx="259">
                  <c:v>7.97</c:v>
                </c:pt>
              </c:numCache>
            </c:numRef>
          </c:val>
          <c:smooth val="0"/>
        </c:ser>
        <c:marker val="1"/>
        <c:axId val="60010"/>
        <c:axId val="60020"/>
      </c:lineChart>
      <c:catAx>
        <c:axId val="6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60020"/>
        <c:crosses val="autoZero"/>
        <c:auto val="1"/>
        <c:lblAlgn val="ctr"/>
        <c:lblOffset val="100"/>
        <c:tickLblSkip val="12"/>
        <c:noMultiLvlLbl val="0"/>
      </c:catAx>
      <c:valAx>
        <c:axId val="60020"/>
        <c:scaling>
          <c:orientation val="minMax"/>
          <c:max val="10.0"/>
          <c:min val="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60010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Arabica price since 2005: halved between 2011 and 2013, the rust years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Annual average 5,98 $/kg in 2011 → 3,08 $/kg in 2013 (−48,5 %). Honduras declared a rust emergency on 24 Jan 2013: the disease hit when farmers had the least cash for fungicide and fertiliser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2018: 2,93 $/kg, 2019: 2,88 $/kg, below Honduran production costs, area fell. 2025: record year at 8,47 $/kg on average (peak 9,05 $/kg in Feb 2025)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Latest: 7,97 $/kg in Aug 2026 (362 US¢/lb), −1,4 % on a year earlier</a:t>
            </a:r>
          </a:p>
        </p:txBody>
      </p:sp>
      <p:sp>
        <p:nvSpPr>
          <p:cNvPr id="5" name="Shape 5"/>
          <p:cNvSpPr/>
          <p:nvPr/>
        </p:nvSpPr>
        <p:spPr>
          <a:xfrm>
            <a:off x="4441902" y="1920240"/>
            <a:ext cx="973372" cy="3749040"/>
          </a:xfrm>
          <a:prstGeom prst="rect">
            <a:avLst/>
          </a:prstGeom>
          <a:solidFill>
            <a:srgbClr val="FCE4D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441902" y="1947672"/>
            <a:ext cx="97337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C55A11"/>
                </a:solidFill>
                <a:latin typeface="Arial"/>
                <a:cs typeface="Arial"/>
              </a:rPr>
              <a:t>Rust epidemic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C55A11"/>
                </a:solidFill>
                <a:latin typeface="Arial"/>
                <a:cs typeface="Arial"/>
              </a:rPr>
              <a:t>2012–13</a:t>
            </a:r>
          </a:p>
        </p:txBody>
      </p:sp>
      <p:graphicFrame>
        <p:nvGraphicFramePr>
          <p:cNvPr id="7" name="Chart 7"/>
          <p:cNvGraphicFramePr/>
          <p:nvPr/>
        </p:nvGraphicFramePr>
        <p:xfrm>
          <a:off x="411480" y="1691640"/>
          <a:ext cx="113385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411480" y="143560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7F7F7F"/>
                </a:solidFill>
                <a:latin typeface="Arial"/>
                <a:cs typeface="Arial"/>
              </a:rPr>
              <a:t>US$ per kg</a:t>
            </a:r>
          </a:p>
        </p:txBody>
      </p:sp>
      <p:sp>
        <p:nvSpPr>
          <p:cNvPr id="9" name="Shape 9"/>
          <p:cNvSpPr/>
          <p:nvPr/>
        </p:nvSpPr>
        <p:spPr>
          <a:xfrm>
            <a:off x="4046874" y="3137124"/>
            <a:ext cx="100584" cy="1005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228486" y="2711928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262626"/>
                </a:solidFill>
                <a:latin typeface="Arial"/>
                <a:cs typeface="Arial"/>
              </a:rPr>
              <a:t>Apr 2011 peak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6,62 $/kg · 300 ¢/lb</a:t>
            </a:r>
          </a:p>
        </p:txBody>
      </p:sp>
      <p:sp>
        <p:nvSpPr>
          <p:cNvPr id="11" name="Shape 11"/>
          <p:cNvSpPr/>
          <p:nvPr/>
        </p:nvSpPr>
        <p:spPr>
          <a:xfrm>
            <a:off x="5304146" y="4610496"/>
            <a:ext cx="100584" cy="1005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485758" y="4752228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262626"/>
                </a:solidFill>
                <a:latin typeface="Arial"/>
                <a:cs typeface="Arial"/>
              </a:rPr>
              <a:t>Nov 2013 low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2,69 $/kg · 122 ¢/lb</a:t>
            </a:r>
          </a:p>
        </p:txBody>
      </p:sp>
      <p:sp>
        <p:nvSpPr>
          <p:cNvPr id="13" name="Shape 13"/>
          <p:cNvSpPr/>
          <p:nvPr/>
        </p:nvSpPr>
        <p:spPr>
          <a:xfrm>
            <a:off x="7980918" y="4621743"/>
            <a:ext cx="100584" cy="1005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162530" y="4763475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262626"/>
                </a:solidFill>
                <a:latin typeface="Arial"/>
                <a:cs typeface="Arial"/>
              </a:rPr>
              <a:t>May 2019 low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2,66 $/kg · 121 ¢/lb</a:t>
            </a:r>
          </a:p>
        </p:txBody>
      </p:sp>
      <p:sp>
        <p:nvSpPr>
          <p:cNvPr id="15" name="Shape 15"/>
          <p:cNvSpPr/>
          <p:nvPr/>
        </p:nvSpPr>
        <p:spPr>
          <a:xfrm>
            <a:off x="10779362" y="2226107"/>
            <a:ext cx="100584" cy="1005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842602" y="1800911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262626"/>
                </a:solidFill>
                <a:latin typeface="Arial"/>
                <a:cs typeface="Arial"/>
              </a:rPr>
              <a:t>Feb 2025 record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9,05 $/kg · 411 ¢/lb</a:t>
            </a:r>
          </a:p>
        </p:txBody>
      </p:sp>
      <p:sp>
        <p:nvSpPr>
          <p:cNvPr id="17" name="Shape 17"/>
          <p:cNvSpPr/>
          <p:nvPr/>
        </p:nvSpPr>
        <p:spPr>
          <a:xfrm>
            <a:off x="11509391" y="2631003"/>
            <a:ext cx="100584" cy="1005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</p:sp>
      <p:sp>
        <p:nvSpPr>
          <p:cNvPr id="18" name="Shape 18"/>
          <p:cNvSpPr/>
          <p:nvPr/>
        </p:nvSpPr>
        <p:spPr>
          <a:xfrm>
            <a:off x="11554197" y="2736159"/>
            <a:ext cx="10973" cy="1602212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842602" y="4338371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262626"/>
                </a:solidFill>
                <a:latin typeface="Arial"/>
                <a:cs typeface="Arial"/>
              </a:rPr>
              <a:t>Aug 2026, latest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7,97 $/kg · 362 ¢/lb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Source: World Bank Commodity Price Data (Pink Sheet), "Coffee, Arabica" = ICO indicator price for other mild arabicas (Honduras's group), ex-dock, monthly averages, January 2005 – Aug 2026 (update of 2 September 2026). 1 $/kg = 45.4 US¢/lb. Rust epidemic in Central America: 2012–2013 (USDA; Avelino et al., 2015).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usson">
  <a:themeElements>
    <a:clrScheme name="Mousson">
      <a:dk1>
        <a:srgbClr val="1F2A30"/>
      </a:dk1>
      <a:lt1>
        <a:srgbClr val="FFFFFF"/>
      </a:lt1>
      <a:dk2>
        <a:srgbClr val="123A46"/>
      </a:dk2>
      <a:lt2>
        <a:srgbClr val="EEF4F7"/>
      </a:lt2>
      <a:accent1>
        <a:srgbClr val="2F7FC1"/>
      </a:accent1>
      <a:accent2>
        <a:srgbClr val="D9622B"/>
      </a:accent2>
      <a:accent3>
        <a:srgbClr val="8C969B"/>
      </a:accent3>
      <a:accent4>
        <a:srgbClr val="1E9E6A"/>
      </a:accent4>
      <a:accent5>
        <a:srgbClr val="123A46"/>
      </a:accent5>
      <a:accent6>
        <a:srgbClr val="E8A33D"/>
      </a:accent6>
      <a:hlink>
        <a:srgbClr val="2F7FC1"/>
      </a:hlink>
      <a:folHlink>
        <a:srgbClr val="5B6770"/>
      </a:folHlink>
    </a:clrScheme>
    <a:fontScheme name="Mousson">
      <a:majorFont>
        <a:latin typeface="Cambria"/>
        <a:ea typeface=""/>
        <a:cs typeface=""/>
      </a:majorFont>
      <a:minorFont>
        <a:latin typeface="Arial"/>
        <a:ea typeface=""/>
        <a:cs typeface=""/>
      </a:minorFont>
    </a:fontScheme>
    <a:fmtScheme name="Mou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Arabica price since 2005</dc:title>
  <dc:language>fr-FR</dc:language>
</cp:coreProperties>
</file>